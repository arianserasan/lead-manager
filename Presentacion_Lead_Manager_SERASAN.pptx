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Inteligente de Leads Inmobiliarios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 | Abril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dispersos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 en emails, Excel, papeles... sin centralizar.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seguimiento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perdidas por falta de proceso comercial.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Informacion incompleta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clave sin recopilar, sin scoring de calidad.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visibilidad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no sabe en que estado esta cada oportunidad.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especializado para gestion inmobiliaria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Centralizacion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leads en un unico lugar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inteligente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Puntuacion automatica basada en datos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visual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para controlar el flujo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65760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CRM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Informacion completa y organizada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5F3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Leads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5F3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Medio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5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Estancados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Graficos incluidos: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 de leads (ultimas 8 semanas)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Distribucion por origen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Embudo de ventas por etapa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Distribucion de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DE LEADS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tabla con columnas: Contacto, Empresa, Estado, Origen, Score, Fecha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avanzados: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 de Score (Calientes 80+, Templados 60-80, Frios &lt;40)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rellenados (2+, 3+, 5+, 7+ campos)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Asignado a / Etiquetas / Estado / Origen / Fecha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combinaciones de filtros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Acciones: Exportar CSV, Importar Excel, Nuevo Lead, Acciones masivas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CRM DEL LEAD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430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Cabecera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Avatar, nombre, empresa, email, telefono, estado, score circular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y telefono clicables (mailto, tel)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cargo, sector del contacto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14600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Inmueble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Tipo, superficie (m2), localidad, direccion, ref. catastral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personalizados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dinamicos creados por el equipo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4290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de texto libre para informacion relevante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8862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lateral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etiquetas, actividad, tareas, fecha creacion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3434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Anterior / Siguiente entre leads (1/31)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PERSONALIZADOS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flexible de campos dinamicos para adaptar las fichas de lead.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soportados: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Texto, Numero, Email, Telefono, URL, Fecha, Select, Multi-select, Textarea, Checkbox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editar, reordenar y ocultar campos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campos a secciones especificas de la ficha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Deteccion automatica al importar Excel/CSV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 inteligente de sinonimos (telefono/phone/tel)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Accesible para roles Admin y Comercial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INTELIGENTE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Completitud de datos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rellenados vs disponibles. Email, telefono y empresa pesan mas.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del lead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Web &gt; Landing &gt; PDF &gt; Manual.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/ Frescura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recientes puntuan mas. Baja a 0 tras 60 dias.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respuesta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Notas, etiquetas, progresion en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VISUAL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457200"/>
          </a:xfrm>
          <a:prstGeom prst="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1371600"/>
            <a:ext cx="1920240" cy="457200"/>
          </a:xfrm>
          <a:prstGeom prst="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371600"/>
            <a:ext cx="1920240" cy="457200"/>
          </a:xfrm>
          <a:prstGeom prst="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Progreso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137160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0" y="1371600"/>
            <a:ext cx="1920240" cy="457200"/>
          </a:xfrm>
          <a:prstGeom prst="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 para mover leads entre estados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IMPORTACION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 leads desde Excel (.xlsx) y CSV con deteccion automatica.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Deteccion inteligente de campos: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fila puede tener campos diferentes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 automatico de sinonimos (telefono = phone = tel)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nuevos se sugieren como personalizados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se descarta informacion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Y PERMISOS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77240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09728" cy="822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188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completo: leads, usuarios, configuracion, campos, alertas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77240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86000"/>
            <a:ext cx="109728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86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leads, asignar, tareas, etiquetas, campos personalizados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777240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383280"/>
            <a:ext cx="109728" cy="8229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Lectura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3383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visualizacion, sin permisos de edicion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Asignacion automatica round-robin disponible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ENRIQUECIMIENTO CON APOLLO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Obtiene automaticamente datos profesionales del lead: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profesional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828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y sector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LinkedIn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7432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 de empleados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57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contacto verificados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6576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657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Informacion comercial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moderno y type-safe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ultrarapido con HMR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031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+ Cloud Functions + Firestore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Diseno responsive y profesional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automatico con cada push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Enriquecimiento de datos de leads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280160"/>
            <a:ext cx="182880" cy="1828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463040"/>
            <a:ext cx="0" cy="5486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Integraciones email (Gmail/Outlook) y calendario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011680"/>
            <a:ext cx="182880" cy="1828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2194560"/>
            <a:ext cx="0" cy="5486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Automatizaciones de seguimiento y workflows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274320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2926080"/>
            <a:ext cx="0" cy="5486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avanzado con exportacion PDF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347472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63040" y="3657600"/>
            <a:ext cx="0" cy="5486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movil nativa (iOS/Android)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20624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para recomendaciones de siguiente accion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SERASAN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SERASAN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 tu Edificio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soporte@reactivatuedificio.es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https://lead-manager-serasan.web.app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Manager SERASAN</dc:title>
  <dc:subject>PptxGenJS Presentation</dc:subject>
  <dc:creator>SERASAN Engineering</dc:creator>
  <cp:lastModifiedBy>SERASAN Engineering</cp:lastModifiedBy>
  <cp:revision>1</cp:revision>
  <dcterms:created xsi:type="dcterms:W3CDTF">2026-04-01T07:15:08Z</dcterms:created>
  <dcterms:modified xsi:type="dcterms:W3CDTF">2026-04-01T07:15:08Z</dcterms:modified>
</cp:coreProperties>
</file>